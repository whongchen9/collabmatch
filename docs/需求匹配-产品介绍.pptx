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</a:defRPr>
            </a:pPr>
            <a:r>
              <a:t>产品介绍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需求匹配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CC"/>
                </a:solidFill>
              </a:defRPr>
            </a:pPr>
            <a:r>
              <a:t>AI 驱动的协作匹配平台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</a:defRPr>
            </a:pPr>
            <a:r>
              <a:t>说一个想法，找到志同道合的伙伴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</a:defRPr>
            </a:pPr>
            <a:r>
              <a:t>2026 年 6 月  ·  产品团队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个人与项目的协作困境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独立开发者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有技术能力但缺少设计、运营等互补伙伴，一个人扛所有角色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设计师 / 创作者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有创意但找不到靠谱的技术实现者，好想法止步于概念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学生 / 创业团队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59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组队靠熟人，圈子有限，很难找到真正匹配的跨界伙伴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自由职业者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项目不稳定，缺少持续的项目来源和稳定的协作网络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</a:defRPr>
            </a:pPr>
            <a:r>
              <a:t>💡 核心痛点：协作连接成本高，缺少高效的工具来发现和匹配对的人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产品愿景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让每个人都能轻松找到志同道合的伙伴，让每个好想法都能找到落地的团队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🎯 精准匹配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AI 分析需求与技能互补度，推荐最合适的伙伴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🚀 低门槛启动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AI 辅助生成需求文档，无需从零开始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🎮 游戏化体验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像素风驿站场景，让匹配像玩游戏一样自然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🔄 双向连接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发布需求找人，也可浏览项目找机会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核心流程：从想法到团队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💡 描述想法  →  🤖 AI 解析  →  🔍 智能匹配  →  💬 沟通协作  →  🤝 组队成功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📋 AI 辅助需求整理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输入想法，AI 自动生成结构化需求文档，包含项目背景、目标、所需技能、时间线等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🎯 双向智能匹配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找人找项目双向匹配，分析技能互补度和协作意愿，推荐最合适的伙伴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🔄 一键组队协作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匹配确认后自动创建协作群，内置即时通讯，支持文件分享和 AI 群聊总结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核心功能矩阵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🤖  AI 智能匹配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正向找人+反向找项目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💬  AI 对话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LLM 生成需求文档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📊  需求广场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按领域浏览公开需求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👥  协作群组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自动建群，实时聊天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👤  个人主页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技能、作品集展示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🎮  游戏化驿站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114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像素风 NPC 交互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🔧  AI 工具箱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14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PRD/SWOT 等 7+ 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📡  协作者入口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114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MCP 协议接入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游戏化创新：「驿站」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77"/>
                </a:solidFill>
              </a:defRPr>
            </a:pPr>
            <a:r>
              <a:t>把协作匹配变成一场像素风 RPG 探索体验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🏠 驿站场景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20×15 Tile 的古风驿站：接待台、公告栏、茶座、比武擂台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🧑‍🦱 NPC 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与"小二""侠客"对话触发匹配面板，游戏化替代冰冷表单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🎵 沉浸体验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Web Audio API 合成脚步声、环境音效、交互音效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🔄 零外部依赖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自研 Canvas 游戏引擎，纯原生 Web API，无需额外加载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</a:defRPr>
            </a:pPr>
            <a:r>
              <a:t>💡 核心理念：看似网络游戏，实则联通现实 —— 游戏内的每一次交互都对应真实的平台操作，让协作匹配变得有趣且自然。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🌐 前端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• 单文件 SPA，零框架依赖</a:t>
            </a:r>
            <a:br/>
            <a:r>
              <a:t>• Lucide SVG 图标系统，视觉统一</a:t>
            </a:r>
            <a:br/>
            <a:r>
              <a:t>• 中英双语国际化，彩蛋式江湖模式切换</a:t>
            </a:r>
            <a:br/>
            <a:r>
              <a:t>• 自研 2D Canvas 游戏引擎（6 个模块）</a:t>
            </a:r>
            <a:br/>
            <a:r>
              <a:t>• 零外部依赖，纯原生 Web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⚙️ 后端与基础设施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• 腾讯云 CloudBase 云函数，弹性伸缩</a:t>
            </a:r>
            <a:br/>
            <a:r>
              <a:t>• 火山方舟（豆包）LLM API，AI 对话</a:t>
            </a:r>
            <a:br/>
            <a:r>
              <a:t>• CloudBase 内置数据库（MongoDB 兼容）</a:t>
            </a:r>
            <a:br/>
            <a:r>
              <a:t>• HTTP 访问服务统一路由</a:t>
            </a:r>
            <a:br/>
            <a:r>
              <a:t>• 双平台部署：CloudBase +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46E5"/>
                </a:solidFill>
              </a:defRPr>
            </a:pPr>
            <a:r>
              <a:t>技术标签：Vite  ·  Lucide  ·  CloudBase  ·  豆包 API  ·  Canvas  ·  Web Audio  ·  JWT  · 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📐 架构特点：</a:t>
            </a:r>
            <a:br/>
            <a:r>
              <a:t>• 前后端分离：静态托管 + 云函数，可独立扩缩</a:t>
            </a:r>
            <a:br/>
            <a:r>
              <a:t>• 全栈 Serverless：无需管理服务器，按量计费</a:t>
            </a:r>
            <a:br/>
            <a:r>
              <a:t>• 双平台覆盖：国内 CloudBase，国际 Vercel</a:t>
            </a:r>
            <a:br/>
            <a:r>
              <a:t>• 低耦合设计：数据库层可平滑迁移（内置 DB ↔ MongoDB Atlas）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规划路线图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🚀  MVP 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1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邮箱注册 · 需求发布 · AI 对话 · 智能匹配 · 协作群组 · 游戏驿站 · 中英双语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</a:defRPr>
            </a:pPr>
            <a:r>
              <a:t>✅ 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🔧  正式上线进行中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绑定自定义域名 · 用户协议/隐私政策 · 内容审核 · 国际化部署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1488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</a:defRPr>
            </a:pPr>
            <a:r>
              <a:t>🟡 进行中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📋  短期规划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短信验证码登录 · 邮箱验证 · 密码找回 · 用户实名 · 作品集上传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</a:defRPr>
            </a:pPr>
            <a:r>
              <a:t>📍 规划中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🎯  中期规划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19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迁移 MongoDB Atlas · WebSocket 实时通信 · 移动端适配 · 成就徽章系统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42519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</a:defRPr>
            </a:pPr>
            <a:r>
              <a:t>📍 规划中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🌟  长期规划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更多游戏场景（茶馆·擂台） · 智能合约结算 · AI Agent 撮合 · 开放平台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5303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</a:defRPr>
            </a:pPr>
            <a:r>
              <a:t>📍 规划中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商业模式探讨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🏅 个人增值服务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基础匹配免费，增值按需付费。金牌认证 / 匹配扩容 / 作品集优化 / 信用体系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🏢 企业/团队版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面向组织内部。企业内部匹配 / 项目看板 / 私有部署 / SSO 权限管理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🔌 AI Agent 生态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面向 AI Agent 的协作市场。MCP 接入费 / Agent 自动撮合 / 平台微抽佣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1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🌐 社区与流量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面向广泛用户。推荐位广告 / 付费置顶 / 推荐排名 / SaaS 工具订阅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</a:defRPr>
            </a:pPr>
            <a:r>
              <a:t>💡 核心理念：基础匹配免费，增值服务付费 —— 降低门槛，靠价值变现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AA"/>
                </a:solidFill>
              </a:defRPr>
            </a:pPr>
            <a:r>
              <a:t>期待你的反馈和建议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</a:defRPr>
            </a:pPr>
            <a:r>
              <a:t>产品演示 · CloudBase 部署 · GitHub: github.com/whongchen9/collabmatch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